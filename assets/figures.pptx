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8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760" y="-9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452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52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35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3902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335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562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5454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717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7295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354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53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0B7DB-BB8F-4DCA-ABB5-C5BF2EAEEBA1}" type="datetimeFigureOut">
              <a:rPr lang="de-DE" smtClean="0"/>
              <a:t>13.03.2018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61B60-DB4E-47C4-98C3-108ABEB6AE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24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56" y="1124744"/>
            <a:ext cx="8250658" cy="497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bgerundetes Rechteck 4"/>
          <p:cNvSpPr/>
          <p:nvPr/>
        </p:nvSpPr>
        <p:spPr>
          <a:xfrm>
            <a:off x="300608" y="1268760"/>
            <a:ext cx="4165476" cy="1741140"/>
          </a:xfrm>
          <a:prstGeom prst="roundRect">
            <a:avLst>
              <a:gd name="adj" fmla="val 10318"/>
            </a:avLst>
          </a:prstGeom>
          <a:solidFill>
            <a:srgbClr val="FF0000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de-DE" sz="2000" b="1" dirty="0" smtClean="0">
                <a:solidFill>
                  <a:srgbClr val="FF0000"/>
                </a:solidFill>
              </a:rPr>
              <a:t>Bad Code</a:t>
            </a:r>
            <a:endParaRPr lang="de-DE" sz="2000" b="1" dirty="0">
              <a:solidFill>
                <a:srgbClr val="FF0000"/>
              </a:solidFill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4644008" y="1357660"/>
            <a:ext cx="4246240" cy="2325340"/>
          </a:xfrm>
          <a:prstGeom prst="roundRect">
            <a:avLst>
              <a:gd name="adj" fmla="val 10318"/>
            </a:avLst>
          </a:prstGeom>
          <a:solidFill>
            <a:srgbClr val="00B050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b"/>
          <a:lstStyle/>
          <a:p>
            <a:pPr algn="ctr"/>
            <a:r>
              <a:rPr lang="de-DE" sz="2000" b="1" dirty="0" err="1" smtClean="0">
                <a:solidFill>
                  <a:srgbClr val="00B050"/>
                </a:solidFill>
              </a:rPr>
              <a:t>Better</a:t>
            </a:r>
            <a:r>
              <a:rPr lang="de-DE" sz="2000" b="1" dirty="0" smtClean="0">
                <a:solidFill>
                  <a:srgbClr val="00B050"/>
                </a:solidFill>
              </a:rPr>
              <a:t> Code</a:t>
            </a:r>
            <a:endParaRPr lang="de-DE" sz="2000" b="1" dirty="0">
              <a:solidFill>
                <a:srgbClr val="00B050"/>
              </a:solidFill>
            </a:endParaRPr>
          </a:p>
        </p:txBody>
      </p:sp>
      <p:sp>
        <p:nvSpPr>
          <p:cNvPr id="9" name="Abgerundetes Rechteck 8"/>
          <p:cNvSpPr/>
          <p:nvPr/>
        </p:nvSpPr>
        <p:spPr>
          <a:xfrm>
            <a:off x="300608" y="3009901"/>
            <a:ext cx="4165476" cy="3150840"/>
          </a:xfrm>
          <a:prstGeom prst="roundRect">
            <a:avLst>
              <a:gd name="adj" fmla="val 10318"/>
            </a:avLst>
          </a:prstGeom>
          <a:solidFill>
            <a:srgbClr val="FF0000">
              <a:alpha val="1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de-DE" sz="2000" b="1" dirty="0" smtClean="0">
                <a:solidFill>
                  <a:srgbClr val="FF0000"/>
                </a:solidFill>
              </a:rPr>
              <a:t>Problem Description</a:t>
            </a:r>
            <a:endParaRPr lang="de-DE" sz="2000" b="1" dirty="0">
              <a:solidFill>
                <a:srgbClr val="FF0000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4657080" y="3683000"/>
            <a:ext cx="4246240" cy="2477740"/>
          </a:xfrm>
          <a:prstGeom prst="roundRect">
            <a:avLst>
              <a:gd name="adj" fmla="val 10318"/>
            </a:avLst>
          </a:prstGeom>
          <a:solidFill>
            <a:srgbClr val="00B050">
              <a:alpha val="1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b"/>
          <a:lstStyle/>
          <a:p>
            <a:pPr algn="ctr"/>
            <a:r>
              <a:rPr lang="de-DE" sz="2000" b="1" dirty="0" smtClean="0">
                <a:solidFill>
                  <a:srgbClr val="00B050"/>
                </a:solidFill>
              </a:rPr>
              <a:t>Solution Description</a:t>
            </a:r>
            <a:endParaRPr lang="de-DE" sz="2000" b="1" dirty="0">
              <a:solidFill>
                <a:srgbClr val="00B050"/>
              </a:solidFill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300608" y="476672"/>
            <a:ext cx="4165476" cy="792089"/>
          </a:xfrm>
          <a:prstGeom prst="roundRect">
            <a:avLst>
              <a:gd name="adj" fmla="val 10318"/>
            </a:avLst>
          </a:prstGeom>
          <a:solidFill>
            <a:srgbClr val="278CFE">
              <a:alpha val="1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r"/>
            <a:r>
              <a:rPr lang="de-DE" sz="2000" b="1" dirty="0" err="1" smtClean="0">
                <a:solidFill>
                  <a:srgbClr val="278CFE"/>
                </a:solidFill>
              </a:rPr>
              <a:t>Actionable</a:t>
            </a:r>
            <a:endParaRPr lang="de-DE" sz="2000" b="1" dirty="0">
              <a:solidFill>
                <a:srgbClr val="278CFE"/>
              </a:solidFill>
            </a:endParaRPr>
          </a:p>
          <a:p>
            <a:pPr algn="r"/>
            <a:r>
              <a:rPr lang="de-DE" sz="2000" b="1" dirty="0" smtClean="0">
                <a:solidFill>
                  <a:srgbClr val="278CFE"/>
                </a:solidFill>
              </a:rPr>
              <a:t>Name</a:t>
            </a:r>
            <a:endParaRPr lang="de-DE" sz="2000" b="1" dirty="0">
              <a:solidFill>
                <a:srgbClr val="278C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88257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Bildschirmpräsentation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Simon Harrer</dc:creator>
  <cp:lastModifiedBy>Simon Harrer</cp:lastModifiedBy>
  <cp:revision>2</cp:revision>
  <dcterms:created xsi:type="dcterms:W3CDTF">2018-03-13T15:22:40Z</dcterms:created>
  <dcterms:modified xsi:type="dcterms:W3CDTF">2018-03-13T15:42:03Z</dcterms:modified>
</cp:coreProperties>
</file>